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36576000" cy="13716000"/>
  <p:notesSz cx="6858000" cy="9144000"/>
  <p:embeddedFontLst>
    <p:embeddedFont>
      <p:font typeface="Antonio Bold" charset="1" panose="02000803000000000000"/>
      <p:regular r:id="rId37"/>
    </p:embeddedFont>
    <p:embeddedFont>
      <p:font typeface="Antonio" charset="1" panose="02000503000000000000"/>
      <p:regular r:id="rId38"/>
    </p:embeddedFont>
    <p:embeddedFont>
      <p:font typeface="Open Sans" charset="1" panose="020B0606030504020204"/>
      <p:regular r:id="rId39"/>
    </p:embeddedFont>
    <p:embeddedFont>
      <p:font typeface="Open Sans Bold" charset="1" panose="020B0806030504020204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jpe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785098" y="4642191"/>
            <a:ext cx="15005804" cy="4945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6"/>
              </a:lnSpc>
            </a:pPr>
            <a:r>
              <a:rPr lang="en-US" sz="26996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12200"/>
              </a:lnSpc>
            </a:pPr>
            <a:r>
              <a:rPr lang="en-US" sz="1220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COMPOSIÇÃO E ÂNGULO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706177" y="3089907"/>
            <a:ext cx="13163645" cy="7536187"/>
          </a:xfrm>
          <a:custGeom>
            <a:avLst/>
            <a:gdLst/>
            <a:ahLst/>
            <a:cxnLst/>
            <a:rect r="r" b="b" t="t" l="l"/>
            <a:pathLst>
              <a:path h="7536187" w="13163645">
                <a:moveTo>
                  <a:pt x="0" y="0"/>
                </a:moveTo>
                <a:lnTo>
                  <a:pt x="13163646" y="0"/>
                </a:lnTo>
                <a:lnTo>
                  <a:pt x="13163646" y="7536186"/>
                </a:lnTo>
                <a:lnTo>
                  <a:pt x="0" y="75361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716000" y="1143000"/>
            <a:ext cx="9144000" cy="11430000"/>
          </a:xfrm>
          <a:custGeom>
            <a:avLst/>
            <a:gdLst/>
            <a:ahLst/>
            <a:cxnLst/>
            <a:rect r="r" b="b" t="t" l="l"/>
            <a:pathLst>
              <a:path h="11430000" w="9144000">
                <a:moveTo>
                  <a:pt x="0" y="0"/>
                </a:moveTo>
                <a:lnTo>
                  <a:pt x="9144000" y="0"/>
                </a:lnTo>
                <a:lnTo>
                  <a:pt x="9144000" y="11430000"/>
                </a:lnTo>
                <a:lnTo>
                  <a:pt x="0" y="11430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716000" y="1143000"/>
            <a:ext cx="9144000" cy="11430000"/>
          </a:xfrm>
          <a:custGeom>
            <a:avLst/>
            <a:gdLst/>
            <a:ahLst/>
            <a:cxnLst/>
            <a:rect r="r" b="b" t="t" l="l"/>
            <a:pathLst>
              <a:path h="11430000" w="9144000">
                <a:moveTo>
                  <a:pt x="0" y="0"/>
                </a:moveTo>
                <a:lnTo>
                  <a:pt x="9144000" y="0"/>
                </a:lnTo>
                <a:lnTo>
                  <a:pt x="9144000" y="11430000"/>
                </a:lnTo>
                <a:lnTo>
                  <a:pt x="0" y="11430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716000" y="1143000"/>
            <a:ext cx="9144000" cy="11430000"/>
          </a:xfrm>
          <a:custGeom>
            <a:avLst/>
            <a:gdLst/>
            <a:ahLst/>
            <a:cxnLst/>
            <a:rect r="r" b="b" t="t" l="l"/>
            <a:pathLst>
              <a:path h="11430000" w="9144000">
                <a:moveTo>
                  <a:pt x="0" y="0"/>
                </a:moveTo>
                <a:lnTo>
                  <a:pt x="9144000" y="0"/>
                </a:lnTo>
                <a:lnTo>
                  <a:pt x="9144000" y="11430000"/>
                </a:lnTo>
                <a:lnTo>
                  <a:pt x="0" y="11430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133606" y="5305425"/>
            <a:ext cx="10308788" cy="360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0"/>
              </a:lnSpc>
            </a:pPr>
            <a:r>
              <a:rPr lang="en-US" sz="270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CÂMERA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144000" y="1120588"/>
            <a:ext cx="18288000" cy="11474824"/>
          </a:xfrm>
          <a:custGeom>
            <a:avLst/>
            <a:gdLst/>
            <a:ahLst/>
            <a:cxnLst/>
            <a:rect r="r" b="b" t="t" l="l"/>
            <a:pathLst>
              <a:path h="11474824" w="18288000">
                <a:moveTo>
                  <a:pt x="0" y="0"/>
                </a:moveTo>
                <a:lnTo>
                  <a:pt x="18288000" y="0"/>
                </a:lnTo>
                <a:lnTo>
                  <a:pt x="18288000" y="11474824"/>
                </a:lnTo>
                <a:lnTo>
                  <a:pt x="0" y="114748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56492" y="3048000"/>
            <a:ext cx="17063016" cy="7620000"/>
            <a:chOff x="0" y="0"/>
            <a:chExt cx="22750688" cy="1016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92000" cy="10160000"/>
            </a:xfrm>
            <a:custGeom>
              <a:avLst/>
              <a:gdLst/>
              <a:ahLst/>
              <a:cxnLst/>
              <a:rect r="r" b="b" t="t" l="l"/>
              <a:pathLst>
                <a:path h="10160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0160000"/>
                  </a:lnTo>
                  <a:lnTo>
                    <a:pt x="0" y="1016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2192000" y="-95250"/>
              <a:ext cx="10558688" cy="10255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1181629" indent="-590814" lvl="1">
                <a:lnSpc>
                  <a:spcPts val="7662"/>
                </a:lnSpc>
                <a:buAutoNum type="arabicPeriod" startAt="1"/>
              </a:pPr>
              <a:r>
                <a:rPr lang="en-US" sz="547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Lente Objetiva</a:t>
              </a:r>
            </a:p>
            <a:p>
              <a:pPr algn="l" marL="1181629" indent="-590814" lvl="1">
                <a:lnSpc>
                  <a:spcPts val="7662"/>
                </a:lnSpc>
                <a:buAutoNum type="arabicPeriod" startAt="1"/>
              </a:pPr>
              <a:r>
                <a:rPr lang="en-US" sz="547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Espelho Refletor</a:t>
              </a:r>
            </a:p>
            <a:p>
              <a:pPr algn="l" marL="1181629" indent="-590814" lvl="1">
                <a:lnSpc>
                  <a:spcPts val="7662"/>
                </a:lnSpc>
                <a:buAutoNum type="arabicPeriod" startAt="1"/>
              </a:pPr>
              <a:r>
                <a:rPr lang="en-US" sz="547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Obturador</a:t>
              </a:r>
            </a:p>
            <a:p>
              <a:pPr algn="l" marL="1181629" indent="-590814" lvl="1">
                <a:lnSpc>
                  <a:spcPts val="7662"/>
                </a:lnSpc>
                <a:buAutoNum type="arabicPeriod" startAt="1"/>
              </a:pPr>
              <a:r>
                <a:rPr lang="en-US" sz="547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Sensor</a:t>
              </a:r>
            </a:p>
            <a:p>
              <a:pPr algn="l" marL="1181629" indent="-590814" lvl="1">
                <a:lnSpc>
                  <a:spcPts val="7662"/>
                </a:lnSpc>
                <a:buAutoNum type="arabicPeriod" startAt="1"/>
              </a:pPr>
              <a:r>
                <a:rPr lang="en-US" sz="547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Tela de focagem</a:t>
              </a:r>
            </a:p>
            <a:p>
              <a:pPr algn="l" marL="1181629" indent="-590814" lvl="1">
                <a:lnSpc>
                  <a:spcPts val="7662"/>
                </a:lnSpc>
                <a:buAutoNum type="arabicPeriod" startAt="1"/>
              </a:pPr>
              <a:r>
                <a:rPr lang="en-US" sz="547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Lente condensadora</a:t>
              </a:r>
            </a:p>
            <a:p>
              <a:pPr algn="l" marL="1181629" indent="-590814" lvl="1">
                <a:lnSpc>
                  <a:spcPts val="7662"/>
                </a:lnSpc>
                <a:buAutoNum type="arabicPeriod" startAt="1"/>
              </a:pPr>
              <a:r>
                <a:rPr lang="en-US" sz="547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Pentaprisma</a:t>
              </a:r>
            </a:p>
            <a:p>
              <a:pPr algn="l" marL="1181629" indent="-590814" lvl="1">
                <a:lnSpc>
                  <a:spcPts val="7662"/>
                </a:lnSpc>
                <a:spcBef>
                  <a:spcPct val="0"/>
                </a:spcBef>
                <a:buAutoNum type="arabicPeriod" startAt="1"/>
              </a:pPr>
              <a:r>
                <a:rPr lang="en-US" sz="547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Visor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44000" y="381000"/>
            <a:ext cx="18288000" cy="1282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0"/>
              </a:lnSpc>
            </a:pPr>
            <a:r>
              <a:rPr lang="en-US" sz="270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ISO, EXPOSIÇÃO</a:t>
            </a:r>
          </a:p>
          <a:p>
            <a:pPr algn="ctr">
              <a:lnSpc>
                <a:spcPts val="33750"/>
              </a:lnSpc>
            </a:pPr>
            <a:r>
              <a:rPr lang="en-US" sz="270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E ABERTURA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654679" y="1551343"/>
            <a:ext cx="13266643" cy="10613314"/>
          </a:xfrm>
          <a:custGeom>
            <a:avLst/>
            <a:gdLst/>
            <a:ahLst/>
            <a:cxnLst/>
            <a:rect r="r" b="b" t="t" l="l"/>
            <a:pathLst>
              <a:path h="10613314" w="13266643">
                <a:moveTo>
                  <a:pt x="0" y="0"/>
                </a:moveTo>
                <a:lnTo>
                  <a:pt x="13266642" y="0"/>
                </a:lnTo>
                <a:lnTo>
                  <a:pt x="13266642" y="10613314"/>
                </a:lnTo>
                <a:lnTo>
                  <a:pt x="0" y="106133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276850" y="12268200"/>
            <a:ext cx="602230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Fonte:  Expertphotography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004174" y="381000"/>
            <a:ext cx="12567653" cy="12954000"/>
          </a:xfrm>
          <a:custGeom>
            <a:avLst/>
            <a:gdLst/>
            <a:ahLst/>
            <a:cxnLst/>
            <a:rect r="r" b="b" t="t" l="l"/>
            <a:pathLst>
              <a:path h="12954000" w="12567653">
                <a:moveTo>
                  <a:pt x="0" y="0"/>
                </a:moveTo>
                <a:lnTo>
                  <a:pt x="12567652" y="0"/>
                </a:lnTo>
                <a:lnTo>
                  <a:pt x="12567652" y="12954000"/>
                </a:lnTo>
                <a:lnTo>
                  <a:pt x="0" y="12954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983113" y="381000"/>
            <a:ext cx="14609774" cy="12954000"/>
          </a:xfrm>
          <a:custGeom>
            <a:avLst/>
            <a:gdLst/>
            <a:ahLst/>
            <a:cxnLst/>
            <a:rect r="r" b="b" t="t" l="l"/>
            <a:pathLst>
              <a:path h="12954000" w="14609774">
                <a:moveTo>
                  <a:pt x="0" y="0"/>
                </a:moveTo>
                <a:lnTo>
                  <a:pt x="14609774" y="0"/>
                </a:lnTo>
                <a:lnTo>
                  <a:pt x="14609774" y="12954000"/>
                </a:lnTo>
                <a:lnTo>
                  <a:pt x="0" y="12954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20250" y="719118"/>
            <a:ext cx="17335500" cy="12277763"/>
            <a:chOff x="0" y="0"/>
            <a:chExt cx="23114000" cy="163703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06746" cy="16370351"/>
            </a:xfrm>
            <a:custGeom>
              <a:avLst/>
              <a:gdLst/>
              <a:ahLst/>
              <a:cxnLst/>
              <a:rect r="r" b="b" t="t" l="l"/>
              <a:pathLst>
                <a:path h="16370351" w="10906746">
                  <a:moveTo>
                    <a:pt x="0" y="0"/>
                  </a:moveTo>
                  <a:lnTo>
                    <a:pt x="10906746" y="0"/>
                  </a:lnTo>
                  <a:lnTo>
                    <a:pt x="10906746" y="16370351"/>
                  </a:lnTo>
                  <a:lnTo>
                    <a:pt x="0" y="163703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470588" y="0"/>
              <a:ext cx="11643412" cy="16370351"/>
            </a:xfrm>
            <a:custGeom>
              <a:avLst/>
              <a:gdLst/>
              <a:ahLst/>
              <a:cxnLst/>
              <a:rect r="r" b="b" t="t" l="l"/>
              <a:pathLst>
                <a:path h="16370351" w="11643412">
                  <a:moveTo>
                    <a:pt x="0" y="0"/>
                  </a:moveTo>
                  <a:lnTo>
                    <a:pt x="11643412" y="0"/>
                  </a:lnTo>
                  <a:lnTo>
                    <a:pt x="11643412" y="16370351"/>
                  </a:lnTo>
                  <a:lnTo>
                    <a:pt x="0" y="163703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620250" y="4398526"/>
            <a:ext cx="17335500" cy="4918948"/>
          </a:xfrm>
          <a:custGeom>
            <a:avLst/>
            <a:gdLst/>
            <a:ahLst/>
            <a:cxnLst/>
            <a:rect r="r" b="b" t="t" l="l"/>
            <a:pathLst>
              <a:path h="4918948" w="17335500">
                <a:moveTo>
                  <a:pt x="0" y="0"/>
                </a:moveTo>
                <a:lnTo>
                  <a:pt x="17335500" y="0"/>
                </a:lnTo>
                <a:lnTo>
                  <a:pt x="17335500" y="4918948"/>
                </a:lnTo>
                <a:lnTo>
                  <a:pt x="0" y="4918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620250" y="1079500"/>
            <a:ext cx="17335500" cy="11557000"/>
          </a:xfrm>
          <a:custGeom>
            <a:avLst/>
            <a:gdLst/>
            <a:ahLst/>
            <a:cxnLst/>
            <a:rect r="r" b="b" t="t" l="l"/>
            <a:pathLst>
              <a:path h="11557000" w="17335500">
                <a:moveTo>
                  <a:pt x="0" y="0"/>
                </a:moveTo>
                <a:lnTo>
                  <a:pt x="17335500" y="0"/>
                </a:lnTo>
                <a:lnTo>
                  <a:pt x="17335500" y="11557000"/>
                </a:lnTo>
                <a:lnTo>
                  <a:pt x="0" y="1155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44000" y="4667250"/>
            <a:ext cx="18288000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0"/>
              </a:lnSpc>
            </a:pPr>
            <a:r>
              <a:rPr lang="en-US" sz="270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COMPOSIÇÃO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811000" y="381000"/>
            <a:ext cx="12954000" cy="12954000"/>
          </a:xfrm>
          <a:custGeom>
            <a:avLst/>
            <a:gdLst/>
            <a:ahLst/>
            <a:cxnLst/>
            <a:rect r="r" b="b" t="t" l="l"/>
            <a:pathLst>
              <a:path h="12954000" w="12954000">
                <a:moveTo>
                  <a:pt x="0" y="0"/>
                </a:moveTo>
                <a:lnTo>
                  <a:pt x="12954000" y="0"/>
                </a:lnTo>
                <a:lnTo>
                  <a:pt x="12954000" y="12954000"/>
                </a:lnTo>
                <a:lnTo>
                  <a:pt x="0" y="12954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811000" y="381000"/>
            <a:ext cx="12954000" cy="12954000"/>
          </a:xfrm>
          <a:custGeom>
            <a:avLst/>
            <a:gdLst/>
            <a:ahLst/>
            <a:cxnLst/>
            <a:rect r="r" b="b" t="t" l="l"/>
            <a:pathLst>
              <a:path h="12954000" w="12954000">
                <a:moveTo>
                  <a:pt x="0" y="0"/>
                </a:moveTo>
                <a:lnTo>
                  <a:pt x="12954000" y="0"/>
                </a:lnTo>
                <a:lnTo>
                  <a:pt x="12954000" y="12954000"/>
                </a:lnTo>
                <a:lnTo>
                  <a:pt x="0" y="12954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811000" y="381000"/>
            <a:ext cx="12954000" cy="12954000"/>
          </a:xfrm>
          <a:custGeom>
            <a:avLst/>
            <a:gdLst/>
            <a:ahLst/>
            <a:cxnLst/>
            <a:rect r="r" b="b" t="t" l="l"/>
            <a:pathLst>
              <a:path h="12954000" w="12954000">
                <a:moveTo>
                  <a:pt x="0" y="0"/>
                </a:moveTo>
                <a:lnTo>
                  <a:pt x="12954000" y="0"/>
                </a:lnTo>
                <a:lnTo>
                  <a:pt x="12954000" y="12954000"/>
                </a:lnTo>
                <a:lnTo>
                  <a:pt x="0" y="12954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429750" y="934045"/>
            <a:ext cx="17716500" cy="11847909"/>
          </a:xfrm>
          <a:custGeom>
            <a:avLst/>
            <a:gdLst/>
            <a:ahLst/>
            <a:cxnLst/>
            <a:rect r="r" b="b" t="t" l="l"/>
            <a:pathLst>
              <a:path h="11847909" w="17716500">
                <a:moveTo>
                  <a:pt x="0" y="0"/>
                </a:moveTo>
                <a:lnTo>
                  <a:pt x="17716500" y="0"/>
                </a:lnTo>
                <a:lnTo>
                  <a:pt x="17716500" y="11847910"/>
                </a:lnTo>
                <a:lnTo>
                  <a:pt x="0" y="118479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44000" y="4667250"/>
            <a:ext cx="18288000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0"/>
              </a:lnSpc>
            </a:pPr>
            <a:r>
              <a:rPr lang="en-US" sz="270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ILUMINAÇÃO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427369" y="1451513"/>
            <a:ext cx="17721262" cy="10812974"/>
          </a:xfrm>
          <a:custGeom>
            <a:avLst/>
            <a:gdLst/>
            <a:ahLst/>
            <a:cxnLst/>
            <a:rect r="r" b="b" t="t" l="l"/>
            <a:pathLst>
              <a:path h="10812974" w="17721262">
                <a:moveTo>
                  <a:pt x="0" y="0"/>
                </a:moveTo>
                <a:lnTo>
                  <a:pt x="17721262" y="0"/>
                </a:lnTo>
                <a:lnTo>
                  <a:pt x="17721262" y="10812974"/>
                </a:lnTo>
                <a:lnTo>
                  <a:pt x="0" y="108129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429750" y="945118"/>
            <a:ext cx="17716500" cy="11825764"/>
          </a:xfrm>
          <a:custGeom>
            <a:avLst/>
            <a:gdLst/>
            <a:ahLst/>
            <a:cxnLst/>
            <a:rect r="r" b="b" t="t" l="l"/>
            <a:pathLst>
              <a:path h="11825764" w="17716500">
                <a:moveTo>
                  <a:pt x="0" y="0"/>
                </a:moveTo>
                <a:lnTo>
                  <a:pt x="17716500" y="0"/>
                </a:lnTo>
                <a:lnTo>
                  <a:pt x="17716500" y="11825764"/>
                </a:lnTo>
                <a:lnTo>
                  <a:pt x="0" y="118257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811000" y="381000"/>
            <a:ext cx="12954000" cy="12954000"/>
          </a:xfrm>
          <a:custGeom>
            <a:avLst/>
            <a:gdLst/>
            <a:ahLst/>
            <a:cxnLst/>
            <a:rect r="r" b="b" t="t" l="l"/>
            <a:pathLst>
              <a:path h="12954000" w="12954000">
                <a:moveTo>
                  <a:pt x="0" y="0"/>
                </a:moveTo>
                <a:lnTo>
                  <a:pt x="12954000" y="0"/>
                </a:lnTo>
                <a:lnTo>
                  <a:pt x="12954000" y="12954000"/>
                </a:lnTo>
                <a:lnTo>
                  <a:pt x="0" y="12954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361568" y="1310014"/>
            <a:ext cx="17852865" cy="11095972"/>
            <a:chOff x="0" y="0"/>
            <a:chExt cx="23803820" cy="147946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02561" cy="9663438"/>
            </a:xfrm>
            <a:custGeom>
              <a:avLst/>
              <a:gdLst/>
              <a:ahLst/>
              <a:cxnLst/>
              <a:rect r="r" b="b" t="t" l="l"/>
              <a:pathLst>
                <a:path h="9663438" w="12502561">
                  <a:moveTo>
                    <a:pt x="0" y="0"/>
                  </a:moveTo>
                  <a:lnTo>
                    <a:pt x="12502561" y="0"/>
                  </a:lnTo>
                  <a:lnTo>
                    <a:pt x="12502561" y="9663438"/>
                  </a:lnTo>
                  <a:lnTo>
                    <a:pt x="0" y="9663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2502561" y="3493371"/>
              <a:ext cx="11301259" cy="11301259"/>
            </a:xfrm>
            <a:custGeom>
              <a:avLst/>
              <a:gdLst/>
              <a:ahLst/>
              <a:cxnLst/>
              <a:rect r="r" b="b" t="t" l="l"/>
              <a:pathLst>
                <a:path h="11301259" w="11301259">
                  <a:moveTo>
                    <a:pt x="0" y="0"/>
                  </a:moveTo>
                  <a:lnTo>
                    <a:pt x="11301259" y="0"/>
                  </a:lnTo>
                  <a:lnTo>
                    <a:pt x="11301259" y="11301258"/>
                  </a:lnTo>
                  <a:lnTo>
                    <a:pt x="0" y="11301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44000" y="4667250"/>
            <a:ext cx="18288000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0"/>
              </a:lnSpc>
            </a:pPr>
            <a:r>
              <a:rPr lang="en-US" sz="270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EDIÇÃO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06064" y="3070286"/>
            <a:ext cx="5619872" cy="7708901"/>
            <a:chOff x="0" y="0"/>
            <a:chExt cx="7493163" cy="102785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93163" cy="7315200"/>
            </a:xfrm>
            <a:custGeom>
              <a:avLst/>
              <a:gdLst/>
              <a:ahLst/>
              <a:cxnLst/>
              <a:rect r="r" b="b" t="t" l="l"/>
              <a:pathLst>
                <a:path h="7315200" w="7493163">
                  <a:moveTo>
                    <a:pt x="0" y="0"/>
                  </a:moveTo>
                  <a:lnTo>
                    <a:pt x="7493163" y="0"/>
                  </a:lnTo>
                  <a:lnTo>
                    <a:pt x="7493163" y="7315200"/>
                  </a:lnTo>
                  <a:lnTo>
                    <a:pt x="0" y="731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7467600"/>
              <a:ext cx="7493163" cy="28109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80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Lightroom</a:t>
              </a:r>
            </a:p>
            <a:p>
              <a:pPr algn="ctr">
                <a:lnSpc>
                  <a:spcPts val="8000"/>
                </a:lnSpc>
              </a:pPr>
              <a:r>
                <a:rPr lang="en-US" b="true" sz="8000">
                  <a:solidFill>
                    <a:srgbClr val="FF3131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Pago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0050064" y="2936814"/>
            <a:ext cx="5619872" cy="7842373"/>
            <a:chOff x="0" y="0"/>
            <a:chExt cx="7493163" cy="104564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93163" cy="7493163"/>
            </a:xfrm>
            <a:custGeom>
              <a:avLst/>
              <a:gdLst/>
              <a:ahLst/>
              <a:cxnLst/>
              <a:rect r="r" b="b" t="t" l="l"/>
              <a:pathLst>
                <a:path h="7493163" w="7493163">
                  <a:moveTo>
                    <a:pt x="0" y="0"/>
                  </a:moveTo>
                  <a:lnTo>
                    <a:pt x="7493163" y="0"/>
                  </a:lnTo>
                  <a:lnTo>
                    <a:pt x="7493163" y="7493163"/>
                  </a:lnTo>
                  <a:lnTo>
                    <a:pt x="0" y="7493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0" y="7645563"/>
              <a:ext cx="7493163" cy="28109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80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Snapseed</a:t>
              </a:r>
            </a:p>
            <a:p>
              <a:pPr algn="ctr">
                <a:lnSpc>
                  <a:spcPts val="8000"/>
                </a:lnSpc>
              </a:pPr>
              <a:r>
                <a:rPr lang="en-US" b="true" sz="8000">
                  <a:solidFill>
                    <a:srgbClr val="00BF6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Gratuito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44000" y="4667250"/>
            <a:ext cx="18288000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0"/>
              </a:lnSpc>
            </a:pPr>
            <a:r>
              <a:rPr lang="en-US" sz="270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DESAFIO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429750" y="1304925"/>
            <a:ext cx="17716500" cy="608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0"/>
              </a:lnSpc>
            </a:pPr>
            <a:r>
              <a:rPr lang="en-US" sz="144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DESAFIO</a:t>
            </a:r>
          </a:p>
          <a:p>
            <a:pPr algn="just">
              <a:lnSpc>
                <a:spcPts val="10000"/>
              </a:lnSpc>
            </a:pPr>
            <a:r>
              <a:rPr lang="en-US" sz="80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CADA GRUPO DEVE TIRAR AS SEGUINTES FOTOS:</a:t>
            </a:r>
          </a:p>
          <a:p>
            <a:pPr algn="just" marL="1727205" indent="-863603" lvl="1">
              <a:lnSpc>
                <a:spcPts val="10000"/>
              </a:lnSpc>
              <a:buFont typeface="Arial"/>
              <a:buChar char="•"/>
            </a:pPr>
            <a:r>
              <a:rPr lang="en-US" sz="800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Retrato Tradicional</a:t>
            </a:r>
          </a:p>
          <a:p>
            <a:pPr algn="just" marL="1727205" indent="-863603" lvl="1">
              <a:lnSpc>
                <a:spcPts val="10000"/>
              </a:lnSpc>
              <a:buFont typeface="Arial"/>
              <a:buChar char="•"/>
            </a:pPr>
            <a:r>
              <a:rPr lang="en-US" sz="800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Foto Criativa 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568160" y="5949874"/>
            <a:ext cx="658368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135703" y="705703"/>
            <a:ext cx="12304594" cy="1230459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36576000" cy="20574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687743"/>
                  </a:lnTo>
                  <a:cubicBezTo>
                    <a:pt x="4816592" y="2699667"/>
                    <a:pt x="4806926" y="2709333"/>
                    <a:pt x="4795002" y="2709333"/>
                  </a:cubicBezTo>
                  <a:lnTo>
                    <a:pt x="21590" y="2709333"/>
                  </a:lnTo>
                  <a:cubicBezTo>
                    <a:pt x="9666" y="2709333"/>
                    <a:pt x="0" y="2699667"/>
                    <a:pt x="0" y="268774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278553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8372" y="2712161"/>
            <a:ext cx="28099257" cy="927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0"/>
              </a:lnSpc>
            </a:pPr>
            <a:r>
              <a:rPr lang="en-US" sz="5145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FOTOGRAFIA</a:t>
            </a:r>
          </a:p>
          <a:p>
            <a:pPr algn="ctr">
              <a:lnSpc>
                <a:spcPts val="22053"/>
              </a:lnSpc>
            </a:pPr>
            <a:r>
              <a:rPr lang="en-US" sz="22053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LUZ, ÂNGULO E COMPOSIÇÃO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6576000" cy="13716000"/>
          </a:xfrm>
          <a:custGeom>
            <a:avLst/>
            <a:gdLst/>
            <a:ahLst/>
            <a:cxnLst/>
            <a:rect r="r" b="b" t="t" l="l"/>
            <a:pathLst>
              <a:path h="13716000" w="36576000">
                <a:moveTo>
                  <a:pt x="0" y="0"/>
                </a:moveTo>
                <a:lnTo>
                  <a:pt x="36576000" y="0"/>
                </a:lnTo>
                <a:lnTo>
                  <a:pt x="36576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0"/>
            <a:ext cx="18288000" cy="13716000"/>
            <a:chOff x="0" y="0"/>
            <a:chExt cx="3612444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28787" y="0"/>
                  </a:moveTo>
                  <a:lnTo>
                    <a:pt x="3583658" y="0"/>
                  </a:lnTo>
                  <a:cubicBezTo>
                    <a:pt x="3599556" y="0"/>
                    <a:pt x="3612445" y="12888"/>
                    <a:pt x="3612445" y="28787"/>
                  </a:cubicBezTo>
                  <a:lnTo>
                    <a:pt x="3612445" y="2680547"/>
                  </a:lnTo>
                  <a:cubicBezTo>
                    <a:pt x="3612445" y="2696445"/>
                    <a:pt x="3599556" y="2709333"/>
                    <a:pt x="3583658" y="2709333"/>
                  </a:cubicBezTo>
                  <a:lnTo>
                    <a:pt x="28787" y="2709333"/>
                  </a:lnTo>
                  <a:cubicBezTo>
                    <a:pt x="12888" y="2709333"/>
                    <a:pt x="0" y="2696445"/>
                    <a:pt x="0" y="2680547"/>
                  </a:cubicBezTo>
                  <a:lnTo>
                    <a:pt x="0" y="28787"/>
                  </a:lnTo>
                  <a:cubicBezTo>
                    <a:pt x="0" y="12888"/>
                    <a:pt x="12888" y="0"/>
                    <a:pt x="28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244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44000" y="2993073"/>
            <a:ext cx="18288000" cy="759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0"/>
              </a:lnSpc>
            </a:pPr>
            <a:r>
              <a:rPr lang="en-US" sz="270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TAREFA</a:t>
            </a:r>
          </a:p>
          <a:p>
            <a:pPr algn="ctr">
              <a:lnSpc>
                <a:spcPts val="13000"/>
              </a:lnSpc>
            </a:pPr>
            <a:r>
              <a:rPr lang="en-US" sz="104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PRODUZIR UMA FOTOGRAFIA CRIATIVA PARA A PRÓXIMA AULA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DAGxgX-3meM</dc:identifier>
  <dcterms:modified xsi:type="dcterms:W3CDTF">2011-08-01T06:04:30Z</dcterms:modified>
  <cp:revision>1</cp:revision>
  <dc:title>Fotografia</dc:title>
</cp:coreProperties>
</file>